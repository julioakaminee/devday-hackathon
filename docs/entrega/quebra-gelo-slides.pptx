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Miguel e Julio. Quebra-Gelo transforma o networking do evento em um jogo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mundo já viu: as rodinhas se formam e não se misturam. Quem mais perde é quem está chegando na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pet é a desculpa para começar a conversa. O cadastro curto já diz com quem vale a pena falar.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Nada avança sozinho: a missão só começa quando duas pessoas trocam códigos. Depois, você escolhe como conduzir a conversa.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fica depois do evento é a lista de pessoas. O LinkedIn só aparece para quem você encontrou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quem trava, a Academia ensina o primeiro passo: abordar, escutar e conectar.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telão, o QR traz gente nova para o jogo e cada encontro aparece na hora, o que puxa mais encontros.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só abrir o link no celular.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01  QUEBRA-GELO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0"/>
              </a:spcAft>
            </a:pPr>
            <a:r>
              <a:rPr sz="6600" b="1">
                <a:solidFill>
                  <a:srgbClr val="141414"/>
                </a:solidFill>
                <a:latin typeface="Inter Tight"/>
              </a:rPr>
              <a:t>Quebra-Gelo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3400" b="1">
                <a:solidFill>
                  <a:srgbClr val="178A39"/>
                </a:solidFill>
                <a:latin typeface="Inter Tight"/>
              </a:rPr>
              <a:t>O networking do DevDay, jogável.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6E6E6E"/>
                </a:solidFill>
                <a:latin typeface="Inter Tight"/>
              </a:rPr>
              <a:t>Miguel e Julio Akamine · Trilha Educação e inclusão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6E6E6E"/>
                </a:solidFill>
                <a:latin typeface="Inter Tight"/>
              </a:rPr>
              <a:t>quebra-gelo.julioakamine.com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02  PROBLEMA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4400" b="1">
                <a:solidFill>
                  <a:srgbClr val="141414"/>
                </a:solidFill>
                <a:latin typeface="Inter Tight"/>
              </a:rPr>
              <a:t>Em evento, cada um fica no próprio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Puxar conversa com desconhecido trava.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Pesa mais para quem é tímido ou novo na área.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03  IDEIA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</a:pPr>
            <a:r>
              <a:rPr sz="3800" b="1">
                <a:solidFill>
                  <a:srgbClr val="141414"/>
                </a:solidFill>
                <a:latin typeface="Inter Tight"/>
              </a:rPr>
              <a:t>Seu pet só cresce quando você conversa com alguém de verdade.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Crie um pet em 30 s.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Diga sua área, com o que quer ajuda e com o que pode ajudar.</a:t>
            </a:r>
          </a:p>
        </p:txBody>
      </p:sp>
      <p:pic>
        <p:nvPicPr>
          <p:cNvPr id="7" name="Picture 6" descr="depois-390-1pa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43000"/>
            <a:ext cx="2492932" cy="5394960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04  COMO JOGA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</a:pPr>
            <a:r>
              <a:rPr sz="3800" b="1">
                <a:solidFill>
                  <a:srgbClr val="141414"/>
                </a:solidFill>
                <a:latin typeface="Inter Tight"/>
              </a:rPr>
              <a:t>4 missões, cada uma começa com um encontro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Troque o código de 4 letras ou o QR com a pessoa.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Papo rápido soma Alcance.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Conversa funda soma Profundidade.</a:t>
            </a:r>
          </a:p>
        </p:txBody>
      </p:sp>
      <p:pic>
        <p:nvPicPr>
          <p:cNvPr id="7" name="Picture 6" descr="depois-390-2-enco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43000"/>
            <a:ext cx="2492932" cy="5394960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05  FINAL E CONTATOS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</a:pPr>
            <a:r>
              <a:rPr sz="3800" b="1">
                <a:solidFill>
                  <a:srgbClr val="141414"/>
                </a:solidFill>
                <a:latin typeface="Inter Tight"/>
              </a:rPr>
              <a:t>O jeito de conversar decide 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1 de 3 finais, conforme Alcance e Profundidade.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Você leva a lista de quem conheceu.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LinkedIn opcional, visível só para quem te encontrou.</a:t>
            </a:r>
          </a:p>
        </p:txBody>
      </p:sp>
      <p:pic>
        <p:nvPicPr>
          <p:cNvPr id="7" name="Picture 6" descr="depois-390-4-fin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43000"/>
            <a:ext cx="2492932" cy="5394960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06  ACADEMIA · INCLUSÃO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</a:pPr>
            <a:r>
              <a:rPr sz="3800" b="1">
                <a:solidFill>
                  <a:srgbClr val="141414"/>
                </a:solidFill>
                <a:latin typeface="Inter Tight"/>
              </a:rPr>
              <a:t>Uma trilha curta para aprender a puxar assunto.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Diagnóstico de 5 perguntas.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A trilha começa pela habilidade mais fraca.</a:t>
            </a:r>
          </a:p>
        </p:txBody>
      </p:sp>
      <p:pic>
        <p:nvPicPr>
          <p:cNvPr id="7" name="Picture 6" descr="depois-390-4-acade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43000"/>
            <a:ext cx="2492932" cy="5394960"/>
          </a:xfrm>
          <a:prstGeom prst="rect">
            <a:avLst/>
          </a:prstGeom>
          <a:ln w="19050">
            <a:solidFill>
              <a:srgbClr val="14141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07  TELÃO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4400" b="1">
                <a:solidFill>
                  <a:srgbClr val="141414"/>
                </a:solidFill>
                <a:latin typeface="Inter Tight"/>
              </a:rPr>
              <a:t>A sala inteira vê os encontros acontecendo.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QR de entrada no telão.</a:t>
            </a:r>
          </a:p>
          <a:p>
            <a:pPr>
              <a:spcAft>
                <a:spcPts val="1100"/>
              </a:spcAft>
            </a:pPr>
            <a:r>
              <a:rPr sz="2200" b="0">
                <a:solidFill>
                  <a:srgbClr val="141414"/>
                </a:solidFill>
                <a:latin typeface="Inter Tight"/>
              </a:rPr>
              <a:t>Encontros aparecem ao vivo.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78A39"/>
                </a:solidFill>
                <a:latin typeface="Inter Tight"/>
              </a:rPr>
              <a:t>08  EXPERIMENTE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868680"/>
            <a:ext cx="10908792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0" y="384048"/>
            <a:ext cx="329184" cy="329184"/>
          </a:xfrm>
          <a:prstGeom prst="ellipse">
            <a:avLst/>
          </a:prstGeom>
          <a:solidFill>
            <a:srgbClr val="22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0"/>
              </a:spcAft>
            </a:pPr>
            <a:r>
              <a:rPr sz="6600" b="1">
                <a:solidFill>
                  <a:srgbClr val="141414"/>
                </a:solidFill>
                <a:latin typeface="Inter Tight"/>
              </a:rPr>
              <a:t>Abra no celular e quebre o gelo.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3400" b="1">
                <a:solidFill>
                  <a:srgbClr val="178A39"/>
                </a:solidFill>
                <a:latin typeface="Inter Tight"/>
              </a:rPr>
              <a:t>quebra-gelo.julioakamine.com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6E6E6E"/>
                </a:solidFill>
                <a:latin typeface="Inter Tight"/>
              </a:rPr>
              <a:t>Vite, TypeScript, Three.js, Express. Roda no navegador, sem instalar.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